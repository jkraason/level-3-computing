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7DD4-9C20-E46D-8CFC-7FA05DF22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68B78-458B-80AA-073B-4B105D7F4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D920-92BF-3612-B2A7-A357C119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510B9-4959-5BC2-3B56-C16374A2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43EE-87A7-567A-0493-F75BEBDF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4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6C8D-A5C2-7D66-37EE-67000BB6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E5153-F919-0E12-8C96-1407DF60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C17A9-E480-F388-4F13-83EF23FA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8F712-3CD9-0E8C-AB77-1AB51329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107C-6795-ABE9-6D83-8D45F491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12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D502-4E6D-D136-EE56-FC0F874E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CD261-1393-4535-BB32-A365A45FA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75DB0-CF94-FB31-7844-6798576A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7873C-4B15-1A3D-4FEB-F294F439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55EDA-4E5A-678B-3245-37BA56C0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10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E3F8-14D0-FD3B-1587-0BCB5704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1F1EF-3B68-8792-0C8E-506FC9DC1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F39D3-FB85-00FA-9C1A-39DC61795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190B6-2A52-BE96-A9BE-55816EEA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6C4AC-93E3-921D-125A-3E2B6E67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87A94-CEE6-0F85-0D6F-C1E4CD852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31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6E9D-83C0-AA43-D3B9-9E1CA7C4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FF49D-6BB0-C169-C312-AC0C6AE02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97F5E-7DAB-261C-9432-871D2CF1D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0CC00F-1245-4597-C773-F37177ED0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B3354-C65E-2BFC-0D98-C301841D2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7773F-A68B-1F5B-73AD-4E936CC59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9A169-C52E-9C69-1F04-F12FEAAB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E8164-C854-DFFB-2E9F-F344FA48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00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EFB4-ADB4-ACAA-50E6-2946E269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9DCC2-B8CF-D364-661E-2893FA7F6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2F78F-7919-D03F-944B-140BD10F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811C8-B844-841F-08B7-158980A15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9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17485-009E-C727-B6CF-6CD75BA4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989CA-01F6-3077-832E-601F60C7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37B7E-6A6B-7E54-4ACC-7547A88D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965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68EC-3859-928A-03FF-41C9DB0C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657B-70B3-E2DC-DF40-1A9FB5B8A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C906D-67BC-569B-1612-FB3256BF9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74B64-D867-C890-B1D5-8838D66C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DE6DE-F7B4-31B7-5748-F0D3AECD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C04C0-8448-0F65-B27C-225E87A6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62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97DD-0285-83DE-0358-DD6CA9F9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7AF29-E4F2-7791-9311-76F177900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13522-EF67-6B9F-96A6-CB4A9F0CF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7CA57-7089-9D38-BE03-19A91B05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F9242-684E-F709-1677-BC5C1EB0D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3B0F9-56B2-ED55-A859-862647BC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24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0E1A-04FE-6CC3-5B26-F596A517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D37A7-FB3F-61E1-2DBF-2BBBF3DA2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2E007-1901-68BA-6645-9A290D78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B3C8C-DCB5-55AC-3AF3-2950EC9E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96C63-CF2E-89F7-3C86-E7D0D5F8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92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60EED2-7AAE-7DC3-34B2-A7EC1F7E1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F44DA-E712-AB89-2E37-CE412EF6F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20FD2-2522-471B-A4FC-EB303FAD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A5F95-86AD-4836-7FFA-229D040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F943F-59D3-AD2C-1CBB-266E5ED3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95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4DF44F-E594-A36E-1BE3-BF912C0D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41DDC-54D0-E049-38CE-B32E745CD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D4D3F-40EA-B134-6335-250E2CE24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C6DEC-CF18-4AE3-8246-30C4FE268BA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4C539-FC57-16E0-CDE2-233C95DD1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757D3-7BB6-762F-5F8A-458D0D982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56D56-1083-437C-A97B-0E61F3B78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09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s with a red square&#10;&#10;AI-generated content may be incorrect.">
            <a:extLst>
              <a:ext uri="{FF2B5EF4-FFF2-40B4-BE49-F238E27FC236}">
                <a16:creationId xmlns:a16="http://schemas.microsoft.com/office/drawing/2014/main" id="{0C5A594D-9ED3-7439-DC09-70B050BB2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413" y="196427"/>
            <a:ext cx="5935133" cy="593513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FC2263-38E3-207E-2EB8-0E6396C7B05F}"/>
              </a:ext>
            </a:extLst>
          </p:cNvPr>
          <p:cNvCxnSpPr/>
          <p:nvPr/>
        </p:nvCxnSpPr>
        <p:spPr>
          <a:xfrm flipV="1">
            <a:off x="5100320" y="453813"/>
            <a:ext cx="1185333" cy="18558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8F727D-5A2A-2DFC-336B-3C6708C000DB}"/>
              </a:ext>
            </a:extLst>
          </p:cNvPr>
          <p:cNvCxnSpPr>
            <a:cxnSpLocks/>
          </p:cNvCxnSpPr>
          <p:nvPr/>
        </p:nvCxnSpPr>
        <p:spPr>
          <a:xfrm flipV="1">
            <a:off x="5100320" y="2578947"/>
            <a:ext cx="1185333" cy="11912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EBBC9F-9822-F547-9CD8-21B39FFC6D4A}"/>
              </a:ext>
            </a:extLst>
          </p:cNvPr>
          <p:cNvCxnSpPr>
            <a:cxnSpLocks/>
          </p:cNvCxnSpPr>
          <p:nvPr/>
        </p:nvCxnSpPr>
        <p:spPr>
          <a:xfrm flipV="1">
            <a:off x="6566734" y="2587588"/>
            <a:ext cx="1859716" cy="11826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C64D7C-BDA9-FAF1-0100-D3E65FC83C1C}"/>
              </a:ext>
            </a:extLst>
          </p:cNvPr>
          <p:cNvSpPr/>
          <p:nvPr/>
        </p:nvSpPr>
        <p:spPr>
          <a:xfrm>
            <a:off x="6285653" y="453813"/>
            <a:ext cx="2140797" cy="2136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168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Isabelle Johnson</dc:creator>
  <cp:lastModifiedBy>Isabelle Johnson</cp:lastModifiedBy>
  <cp:revision>1</cp:revision>
  <dcterms:created xsi:type="dcterms:W3CDTF">2026-03-04T16:39:38Z</dcterms:created>
  <dcterms:modified xsi:type="dcterms:W3CDTF">2026-03-04T18:21:05Z</dcterms:modified>
</cp:coreProperties>
</file>